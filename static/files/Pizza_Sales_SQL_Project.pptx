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640080"/>
            <a:ext cx="2377440" cy="2377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5" name="Image 0" descr="/home/claude/pizza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777240"/>
            <a:ext cx="2103120" cy="210312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82296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PIZZA SALES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365760" y="160020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ANALYSIS PROJECT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65760" y="2331720"/>
            <a:ext cx="502920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514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Used: </a:t>
            </a:r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5760" y="2834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</a:t>
            </a:r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order_details, pizzas, pizza_types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65760" y="31546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key business insights from pizza sales data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65760" y="3474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Covered: </a:t>
            </a:r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SQL Queries  |  Revenue, Trends, Top Performers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|  Data Analysis  |  Business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09728" cy="1463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Project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Data 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105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MySQL Workbench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60120"/>
            <a:ext cx="109728" cy="1463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Tables Used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7492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 •  order_details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18105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pizzas  •  pizza_types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51760"/>
            <a:ext cx="109728" cy="1463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788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Goal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3154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business questions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5021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structured SQL queries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2651760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651760"/>
            <a:ext cx="109728" cy="1463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2788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Skills Used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74920" y="3154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 •  Aggregations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74920" y="35021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  •  GROUP BY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434840"/>
            <a:ext cx="9144000" cy="70408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434840"/>
            <a:ext cx="21031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21,350 Orders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377440" y="4617720"/>
            <a:ext cx="27432" cy="3383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4434840"/>
            <a:ext cx="21031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$817,860 Revenue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17720" y="4617720"/>
            <a:ext cx="27432" cy="3383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4434840"/>
            <a:ext cx="21031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Categories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858000" y="4617720"/>
            <a:ext cx="27432" cy="3383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4434840"/>
            <a:ext cx="21031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Queries Analyzed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Orders Placed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1005840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412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</a:t>
            </a:r>
            <a:endParaRPr lang="en-US" sz="1100" dirty="0"/>
          </a:p>
        </p:txBody>
      </p:sp>
      <p:pic>
        <p:nvPicPr>
          <p:cNvPr id="8" name="Image 0" descr="/mnt/user-data/uploads/1775998039742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43000"/>
            <a:ext cx="5394960" cy="1691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0" y="841248"/>
            <a:ext cx="10972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841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</p:txBody>
      </p:sp>
      <p:pic>
        <p:nvPicPr>
          <p:cNvPr id="11" name="Image 1" descr="/mnt/user-data/uploads/1775998053330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1143000"/>
            <a:ext cx="2926080" cy="1691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4320" y="2944368"/>
            <a:ext cx="859536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74320" y="3063240"/>
            <a:ext cx="85953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74320" y="3063240"/>
            <a:ext cx="9144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31272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Insight: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" y="34015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total of 21,350 orders were placed — indicating strong sales volume for the pizza business.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Pizza Sales SQL Analysis  |  MySQL Project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 Generated from Pizza Sales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1005840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412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</a:t>
            </a:r>
            <a:endParaRPr lang="en-US" sz="1100" dirty="0"/>
          </a:p>
        </p:txBody>
      </p:sp>
      <p:pic>
        <p:nvPicPr>
          <p:cNvPr id="8" name="Image 0" descr="/mnt/user-data/uploads/1775998069803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43000"/>
            <a:ext cx="5394960" cy="1691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0" y="841248"/>
            <a:ext cx="10972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841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</p:txBody>
      </p:sp>
      <p:pic>
        <p:nvPicPr>
          <p:cNvPr id="11" name="Image 1" descr="/mnt/user-data/uploads/1775998080693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1143000"/>
            <a:ext cx="2926080" cy="1691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4320" y="2944368"/>
            <a:ext cx="859536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74320" y="3063240"/>
            <a:ext cx="85953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74320" y="3063240"/>
            <a:ext cx="9144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31272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Insight: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" y="34015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stands at $817,860.05, calculated by joining order_details with pizzas and summing (quantity × price).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Pizza Sales SQL Analysis  |  MySQL Project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Priced Pizza on the Menu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1005840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412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</a:t>
            </a:r>
            <a:endParaRPr lang="en-US" sz="1100" dirty="0"/>
          </a:p>
        </p:txBody>
      </p:sp>
      <p:pic>
        <p:nvPicPr>
          <p:cNvPr id="8" name="Image 0" descr="/mnt/user-data/uploads/1775998106868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43000"/>
            <a:ext cx="5394960" cy="1691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0" y="841248"/>
            <a:ext cx="10972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841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</p:txBody>
      </p:sp>
      <p:pic>
        <p:nvPicPr>
          <p:cNvPr id="11" name="Image 1" descr="/mnt/user-data/uploads/1775998119845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1143000"/>
            <a:ext cx="2926080" cy="1691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4320" y="2944368"/>
            <a:ext cx="859536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74320" y="3063240"/>
            <a:ext cx="85953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74320" y="3063240"/>
            <a:ext cx="9144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31272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Insight: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" y="34015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Greek Pizza is the most premium item at $35.95 — identified using ORDER BY price DESC with LIMIT 1.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Pizza Sales SQL Analysis  |  MySQL Project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Pizza Size Ordered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1005840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412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</a:t>
            </a:r>
            <a:endParaRPr lang="en-US" sz="1100" dirty="0"/>
          </a:p>
        </p:txBody>
      </p:sp>
      <p:pic>
        <p:nvPicPr>
          <p:cNvPr id="8" name="Image 0" descr="/mnt/user-data/uploads/1775998150039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43000"/>
            <a:ext cx="5394960" cy="1691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0" y="841248"/>
            <a:ext cx="10972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841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</p:txBody>
      </p:sp>
      <p:pic>
        <p:nvPicPr>
          <p:cNvPr id="11" name="Image 1" descr="/mnt/user-data/uploads/1775998163946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1143000"/>
            <a:ext cx="2926080" cy="1691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4320" y="2944368"/>
            <a:ext cx="859536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74320" y="3063240"/>
            <a:ext cx="85953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74320" y="3063240"/>
            <a:ext cx="9144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31272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Insight: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" y="34015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(L) is the most popular size with 18,526 orders, followed by Medium (15,385). XXL is rarely ordered (28 orders).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Pizza Sales SQL Analysis  |  MySQL Project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Most Ordered Pizza Types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1005840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412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</a:t>
            </a:r>
            <a:endParaRPr lang="en-US" sz="1100" dirty="0"/>
          </a:p>
        </p:txBody>
      </p:sp>
      <p:pic>
        <p:nvPicPr>
          <p:cNvPr id="8" name="Image 0" descr="/mnt/user-data/uploads/1775998199259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43000"/>
            <a:ext cx="5394960" cy="1691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0" y="841248"/>
            <a:ext cx="10972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841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</p:txBody>
      </p:sp>
      <p:pic>
        <p:nvPicPr>
          <p:cNvPr id="11" name="Image 1" descr="/mnt/user-data/uploads/1775998212225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1143000"/>
            <a:ext cx="2926080" cy="1691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4320" y="2944368"/>
            <a:ext cx="859536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74320" y="3063240"/>
            <a:ext cx="85953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74320" y="3063240"/>
            <a:ext cx="9144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31272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Insight: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" y="34015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Deluxe Pizza leads with 2,453 orders. The top 5 are dominated by Chicken and Classic varieties.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Pizza Sales SQL Analysis  |  MySQL Project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Quantity Ordered by Pizza Category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1005840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412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</a:t>
            </a:r>
            <a:endParaRPr lang="en-US" sz="1100" dirty="0"/>
          </a:p>
        </p:txBody>
      </p:sp>
      <p:pic>
        <p:nvPicPr>
          <p:cNvPr id="8" name="Image 0" descr="/mnt/user-data/uploads/1775998244525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43000"/>
            <a:ext cx="5394960" cy="1691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0" y="841248"/>
            <a:ext cx="10972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841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</p:txBody>
      </p:sp>
      <p:pic>
        <p:nvPicPr>
          <p:cNvPr id="11" name="Image 1" descr="/mnt/user-data/uploads/1775998280054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1143000"/>
            <a:ext cx="2926080" cy="1691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4320" y="2944368"/>
            <a:ext cx="859536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74320" y="3063240"/>
            <a:ext cx="85953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74320" y="3063240"/>
            <a:ext cx="9144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31272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Insight: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" y="34015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pizzas top all categories at 14,888 units. Chicken is the least ordered category with 11,050 units.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Pizza Sales SQL Analysis  |  MySQL Project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of Orders by Hour of Day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1005840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412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</a:t>
            </a:r>
            <a:endParaRPr lang="en-US" sz="1100" dirty="0"/>
          </a:p>
        </p:txBody>
      </p:sp>
      <p:pic>
        <p:nvPicPr>
          <p:cNvPr id="8" name="Image 0" descr="/mnt/user-data/uploads/1775998308564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43000"/>
            <a:ext cx="5394960" cy="1691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0" y="841248"/>
            <a:ext cx="10972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841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</p:txBody>
      </p:sp>
      <p:pic>
        <p:nvPicPr>
          <p:cNvPr id="11" name="Image 1" descr="/mnt/user-data/uploads/1775998337970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1143000"/>
            <a:ext cx="2926080" cy="1691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4320" y="2944368"/>
            <a:ext cx="859536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74320" y="3063240"/>
            <a:ext cx="85953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74320" y="3063240"/>
            <a:ext cx="9144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31272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Insight: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" y="34015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ordering time is 12 PM (noon) with 2,520 orders. Business is very slow at 9 AM (1 order) and 11 PM (28 orders).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Pizza Sales SQL Analysis  |  MySQL Project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Q8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Category-wise Distribution of Pizza Types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1005840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412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</a:t>
            </a:r>
            <a:endParaRPr lang="en-US" sz="1100" dirty="0"/>
          </a:p>
        </p:txBody>
      </p:sp>
      <p:pic>
        <p:nvPicPr>
          <p:cNvPr id="8" name="Image 0" descr="/mnt/user-data/uploads/1775998358551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43000"/>
            <a:ext cx="5394960" cy="1691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0" y="841248"/>
            <a:ext cx="10972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841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</p:txBody>
      </p:sp>
      <p:pic>
        <p:nvPicPr>
          <p:cNvPr id="11" name="Image 1" descr="/mnt/user-data/uploads/1775998368417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1143000"/>
            <a:ext cx="2926080" cy="1691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4320" y="2944368"/>
            <a:ext cx="859536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74320" y="3063240"/>
            <a:ext cx="85953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74320" y="3063240"/>
            <a:ext cx="9144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31272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Insight: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" y="34015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Supreme and Veggie categories each have 9 pizza varieties. Chicken has the fewest with only 6 types.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Pizza Sales SQL Analysis  |  MySQL Project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Q9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Number of Pizzas Ordered Per Day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1005840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412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</a:t>
            </a:r>
            <a:endParaRPr lang="en-US" sz="1100" dirty="0"/>
          </a:p>
        </p:txBody>
      </p:sp>
      <p:pic>
        <p:nvPicPr>
          <p:cNvPr id="8" name="Image 0" descr="/mnt/user-data/uploads/1775998393325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43000"/>
            <a:ext cx="5394960" cy="1691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0" y="841248"/>
            <a:ext cx="10972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841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</p:txBody>
      </p:sp>
      <p:pic>
        <p:nvPicPr>
          <p:cNvPr id="11" name="Image 1" descr="/mnt/user-data/uploads/1775998402948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1143000"/>
            <a:ext cx="2926080" cy="1691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4320" y="2944368"/>
            <a:ext cx="859536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74320" y="3063240"/>
            <a:ext cx="85953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74320" y="3063240"/>
            <a:ext cx="9144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31272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Insight: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" y="34015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average, 138 pizzas are ordered every day — derived using a subquery to first group totals by date, then averaging.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Pizza Sales SQL Analysis  |  MySQL Project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Pizza Types by Revenue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1005840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412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</a:t>
            </a:r>
            <a:endParaRPr lang="en-US" sz="1100" dirty="0"/>
          </a:p>
        </p:txBody>
      </p:sp>
      <p:pic>
        <p:nvPicPr>
          <p:cNvPr id="8" name="Image 0" descr="/mnt/user-data/uploads/1775998435956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43000"/>
            <a:ext cx="5394960" cy="1691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0" y="841248"/>
            <a:ext cx="10972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841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</p:txBody>
      </p:sp>
      <p:pic>
        <p:nvPicPr>
          <p:cNvPr id="11" name="Image 1" descr="/mnt/user-data/uploads/1775998446367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1143000"/>
            <a:ext cx="2926080" cy="1691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4320" y="2944368"/>
            <a:ext cx="859536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74320" y="3063240"/>
            <a:ext cx="85953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74320" y="3063240"/>
            <a:ext cx="9144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31272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Insight: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" y="34015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Chicken Pizza generates the highest revenue at $43,434.25, followed by Barbecue Chicken ($42,768) and California Chicken ($41,409.50).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Pizza Sales SQL Analysis  |  MySQL Project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Contribution of Each Category to Revenue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1005840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412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</a:t>
            </a:r>
            <a:endParaRPr lang="en-US" sz="1100" dirty="0"/>
          </a:p>
        </p:txBody>
      </p:sp>
      <p:pic>
        <p:nvPicPr>
          <p:cNvPr id="8" name="Image 0" descr="/mnt/user-data/uploads/1775999138933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43000"/>
            <a:ext cx="5394960" cy="1691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0" y="841248"/>
            <a:ext cx="10972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841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</p:txBody>
      </p:sp>
      <p:pic>
        <p:nvPicPr>
          <p:cNvPr id="11" name="Image 1" descr="/mnt/user-data/uploads/1775999154738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1143000"/>
            <a:ext cx="2926080" cy="1691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4320" y="2944368"/>
            <a:ext cx="859536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74320" y="3063240"/>
            <a:ext cx="85953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74320" y="3063240"/>
            <a:ext cx="9144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31272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Insight: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" y="34015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pizzas contribute the most at 26.62% of total revenue. All four categories are fairly balanced, between 23-27%.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Pizza Sales SQL Analysis  |  MySQL Project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Revenue Generated Over Time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1005840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412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</a:t>
            </a:r>
            <a:endParaRPr lang="en-US" sz="1100" dirty="0"/>
          </a:p>
        </p:txBody>
      </p:sp>
      <p:pic>
        <p:nvPicPr>
          <p:cNvPr id="8" name="Image 0" descr="/mnt/user-data/uploads/1775999187495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43000"/>
            <a:ext cx="5394960" cy="1691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0" y="841248"/>
            <a:ext cx="10972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841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</p:txBody>
      </p:sp>
      <p:pic>
        <p:nvPicPr>
          <p:cNvPr id="11" name="Image 1" descr="/mnt/user-data/uploads/1775999211089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1143000"/>
            <a:ext cx="2926080" cy="1691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4320" y="2944368"/>
            <a:ext cx="859536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74320" y="3063240"/>
            <a:ext cx="85953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74320" y="3063240"/>
            <a:ext cx="9144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31272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Insight: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" y="34015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grows steadily day by day using a window function (SUM OVER ORDER BY date), reaching $40,978+ by Jan 18, 2015 alone.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Pizza Sales SQL Analysis  |  MySQL Project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Pizza Types by Revenue for Each Category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1005840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412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</a:t>
            </a:r>
            <a:endParaRPr lang="en-US" sz="1100" dirty="0"/>
          </a:p>
        </p:txBody>
      </p:sp>
      <p:pic>
        <p:nvPicPr>
          <p:cNvPr id="8" name="Image 0" descr="/mnt/user-data/uploads/1775999237032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43000"/>
            <a:ext cx="5394960" cy="1691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0" y="841248"/>
            <a:ext cx="10972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841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</p:txBody>
      </p:sp>
      <p:pic>
        <p:nvPicPr>
          <p:cNvPr id="11" name="Image 1" descr="/mnt/user-data/uploads/1775999254956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1143000"/>
            <a:ext cx="2926080" cy="1691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4320" y="2944368"/>
            <a:ext cx="859536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74320" y="3063240"/>
            <a:ext cx="85953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74320" y="3063240"/>
            <a:ext cx="9144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31272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Insight: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" y="34015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RANK() window function with PARTITION BY category. Thai Chicken leads at $43,434. Classic Deluxe tops the Classic category at $38,180.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Pizza Sales SQL Analysis  |  MySQL Project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INSIGHTS &amp;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97480" cy="150876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9748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58191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21,350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98424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97480" cy="150876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69748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972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00400" y="158191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$817,860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00400" y="198424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960120"/>
            <a:ext cx="2697480" cy="150876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960120"/>
            <a:ext cx="269748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0972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⏰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80760" y="158191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PM – 1 PM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080760" y="198424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743200"/>
            <a:ext cx="2697480" cy="150876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743200"/>
            <a:ext cx="269748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8803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🍕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20040" y="336499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(L)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20040" y="376732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Size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743200"/>
            <a:ext cx="2697480" cy="150876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743200"/>
            <a:ext cx="269748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28803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200400" y="336499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Deluxe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200400" y="376732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Pizza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2743200"/>
            <a:ext cx="2697480" cy="150876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2743200"/>
            <a:ext cx="269748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28803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080760" y="336499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 Pizzas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080760" y="376732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Orders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MySQL  •  JOINs  •  Aggregate Functions  •  Subqueries  •  GROUP BY  •  ORDER BY  •  Data Analysis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Pizza Sales SQL Analysis Project</dc:title>
  <dc:subject>PptxGenJS Presentation</dc:subject>
  <dc:creator>PptxGenJS</dc:creator>
  <cp:lastModifiedBy>PptxGenJS</cp:lastModifiedBy>
  <cp:revision>1</cp:revision>
  <dcterms:created xsi:type="dcterms:W3CDTF">2026-04-12T13:21:20Z</dcterms:created>
  <dcterms:modified xsi:type="dcterms:W3CDTF">2026-04-12T13:21:20Z</dcterms:modified>
</cp:coreProperties>
</file>