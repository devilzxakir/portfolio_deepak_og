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4003" y="274320"/>
            <a:ext cx="4412939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dirty="0"/>
              <a:t>OLA Ride Data Analysis</a:t>
            </a:r>
          </a:p>
          <a:p>
            <a:r>
              <a:rPr lang="en-US" dirty="0"/>
              <a:t>       </a:t>
            </a:r>
            <a:r>
              <a:rPr dirty="0"/>
              <a:t>Comprehensive Insights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99736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Key Business Insights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Auto rickshaws dominate with 35% market share, indicating strong demand for affordable short-distance travel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Revenue growth of 12% MoM shows healthy expansion, with Koramangala being the top revenue-generating location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8.5% cancellation rate needs attention - 60% customer-initiated, primarily due to driver delays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Customer satisfaction at 4.3/5 with 75% ratings 4+ stars, but wait time remains top complaint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Prime Sedan and Mini segments show potential for premium service expansion in peak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Vehicle Type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Auto: 35% of total rides</a:t>
            </a:r>
          </a:p>
          <a:p>
            <a:r>
              <a:t>• Bike: 25% of total rides</a:t>
            </a:r>
          </a:p>
          <a:p>
            <a:r>
              <a:t>• Prime Sedan: 20% of total rides</a:t>
            </a:r>
          </a:p>
          <a:p>
            <a:r>
              <a:t>• Mini: 15% of total rides</a:t>
            </a:r>
          </a:p>
          <a:p>
            <a:r>
              <a:t>• Prime SUV: 5% of total rides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Revenue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Total Revenue: ₹45.2M</a:t>
            </a:r>
          </a:p>
          <a:p>
            <a:r>
              <a:t>• Average Fare: ₹285</a:t>
            </a:r>
          </a:p>
          <a:p>
            <a:r>
              <a:t>• Peak Hours: 8-10 AM, 6-9 PM</a:t>
            </a:r>
          </a:p>
          <a:p>
            <a:r>
              <a:t>• Top Location: Koramangala</a:t>
            </a:r>
          </a:p>
          <a:p>
            <a:r>
              <a:t>• Growth: 12% MoM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Cancellation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Overall Rate: 8.5%</a:t>
            </a:r>
          </a:p>
          <a:p>
            <a:r>
              <a:t>• Customer Cancellations: 60%</a:t>
            </a:r>
          </a:p>
          <a:p>
            <a:r>
              <a:t>• Driver Cancellations: 40%</a:t>
            </a:r>
          </a:p>
          <a:p>
            <a:r>
              <a:t>• Peak Cancellation: 5-7 PM</a:t>
            </a:r>
          </a:p>
          <a:p>
            <a:r>
              <a:t>• Top Reason: Driver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Customer Ratings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Average Rating: 4.3/5</a:t>
            </a:r>
          </a:p>
          <a:p>
            <a:r>
              <a:t>• 5-Star: 45%</a:t>
            </a:r>
          </a:p>
          <a:p>
            <a:r>
              <a:t>• 4-Star: 30%</a:t>
            </a:r>
          </a:p>
          <a:p>
            <a:r>
              <a:t>• 3-Star: 15%</a:t>
            </a:r>
          </a:p>
          <a:p>
            <a:r>
              <a:t>• 1-2 Star: 10%</a:t>
            </a:r>
          </a:p>
          <a:p>
            <a:r>
              <a:t>• Main Complaint: Wait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Dashboard Overview</a:t>
            </a:r>
          </a:p>
        </p:txBody>
      </p:sp>
      <p:pic>
        <p:nvPicPr>
          <p:cNvPr id="3" name="Picture 2" descr="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7188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Revenue &amp; Location Analysis</a:t>
            </a:r>
          </a:p>
        </p:txBody>
      </p:sp>
      <p:pic>
        <p:nvPicPr>
          <p:cNvPr id="3" name="Picture 2" descr="02_revenue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80256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Cancellation &amp; Ratings</a:t>
            </a:r>
          </a:p>
        </p:txBody>
      </p:sp>
      <p:pic>
        <p:nvPicPr>
          <p:cNvPr id="3" name="Picture 2" descr="03_cancellation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81651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Advanced Analytics</a:t>
            </a:r>
          </a:p>
        </p:txBody>
      </p:sp>
      <p:pic>
        <p:nvPicPr>
          <p:cNvPr id="3" name="Picture 2" descr="04_advanced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81372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Operational Efficiency</a:t>
            </a:r>
          </a:p>
        </p:txBody>
      </p:sp>
      <p:pic>
        <p:nvPicPr>
          <p:cNvPr id="3" name="Picture 2" descr="05_operational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813724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256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nirajmunna sahu</cp:lastModifiedBy>
  <cp:revision>2</cp:revision>
  <dcterms:created xsi:type="dcterms:W3CDTF">2013-01-27T09:14:16Z</dcterms:created>
  <dcterms:modified xsi:type="dcterms:W3CDTF">2026-05-02T14:15:45Z</dcterms:modified>
  <cp:category/>
</cp:coreProperties>
</file>